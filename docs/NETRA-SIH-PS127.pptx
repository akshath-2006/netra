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to open: "This city has 400 cameras and 400 blind spots. Each one sees a moment. None of them sees a journey."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slide. Show a rejection during the demo — Analytics tab, "Links the system refused". Almost no competing team demos a negative result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`make report` after the camera shoot; this slide fills itself in from docs/RESULTS.md.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yourself. Being caught by a limitation reads as naive; naming it first reads as rigour.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NETRA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99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Network-wide Trajectory &amp; Recognition Analytics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multi-camera ANPR, cross-camera vehicle trajectory reconstruction and urban traffic analytics.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 ·  Problem Statement 127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is an island.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in a mid-size Indian city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can tell you where one vehicle went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783080"/>
            <a:ext cx="7315200" cy="3840480"/>
          </a:xfrm>
          <a:prstGeom prst="roundRect">
            <a:avLst>
              <a:gd name="adj" fmla="val 1429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029968"/>
            <a:ext cx="6583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can count what passes it. At best it can read a plate.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answer the questions that actually matter for traffic management: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this vehicle come from, where is it going, how long did that journey take, and which corridor is choking right now.</a:t>
            </a:r>
            <a:endParaRPr lang="en-US" sz="16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layer stitches the islands into a single view of a vehicle moving through the city.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real difficulty 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detection, and it is not OCR. Both are mature.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611880"/>
          </a:xfrm>
          <a:prstGeom prst="roundRect">
            <a:avLst>
              <a:gd name="adj" fmla="val 1519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solved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vehicle in a frame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it while it stays in view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plate from a good crop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BF0DC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continuity under uncertainty.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971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plate matching fails in BOTH directions — it misses real matches, and it invents false ones.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MH12DE1433    read as    MH12OE1433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37083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vehicle. One character apart. A string comparison says these are different cars.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intelligence layer over cameras that already exist.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0312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51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per frame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210312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651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IDs in one camera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210312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651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plate, many times over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06908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050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617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plate from many reads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06908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3600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050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617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vehicle, across cameras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406908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932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4050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4617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journey, with confidence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signals. One of them can veto.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16232B"/>
          </a:solidFill>
          <a:ln w="19050">
            <a:solidFill>
              <a:srgbClr val="2A3A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EB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042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16352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Confusion-aware similarity.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0↔O and D↔O cost less than an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substitution.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16232B"/>
          </a:solidFill>
          <a:ln w="19050">
            <a:solidFill>
              <a:srgbClr val="2A3A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EB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3042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816352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class, dominant colour,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shape. Corroboration —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identification on its own.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2C2416"/>
          </a:solidFill>
          <a:ln w="19050">
            <a:solidFill>
              <a:srgbClr val="C87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DA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3042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816352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road network permit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journey in this time?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the link is refused.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08792" cy="1325880"/>
          </a:xfrm>
          <a:prstGeom prst="roundRect">
            <a:avLst>
              <a:gd name="adj" fmla="val 4138"/>
            </a:avLst>
          </a:prstGeom>
          <a:solidFill>
            <a:srgbClr val="1A1208"/>
          </a:solidFill>
          <a:ln w="19050">
            <a:solidFill>
              <a:srgbClr val="C879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7548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A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 similarity 1.00  —  but that link implies 3,168 km/h over 4.4 km.  REFUSED.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2303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0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claim an identity match. We assert a confidence and show the reasoning — including what we refused to assert.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direction of flow. Every boundary is where the network goes in production.</a:t>
            </a:r>
            <a:endParaRPr lang="en-US" sz="1500" dirty="0"/>
          </a:p>
        </p:txBody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7178040" cy="5084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0924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process per camera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98424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Python’s GIL means threads would serialise. Processes run truly in parallel — and this is exactly where an edge box goes later.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bus, not a function call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67588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Eighty lines. Swapping LocalBus for KafkaBus is a second implementation of the same interface, not a rewrite.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4983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vehicle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536752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happens in the worker, so a camera writes one sighting per vehicle rather than one per frame.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trust a single frame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is in view for 40–90 frames. Use all of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063240"/>
          </a:xfrm>
          <a:prstGeom prst="roundRect">
            <a:avLst>
              <a:gd name="adj" fmla="val 1791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highest-confidence single read and discard what every other frame knew.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844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KA01AB1Z34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· 0.77 confidence · wrong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166360" cy="3063240"/>
          </a:xfrm>
          <a:prstGeom prst="roundRect">
            <a:avLst>
              <a:gd name="adj" fmla="val 1791"/>
            </a:avLst>
          </a:prstGeom>
          <a:solidFill>
            <a:srgbClr val="FBF0DC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5146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per character position, weighted by the OCR’s own per-character confidence, then repair against the plate grammar.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584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KA01AB1234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reads · 0.95 confidence · correct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our own data: a plate is agreed from 15 reads on average — no single frame decides it.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big win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lines. No model, no training. More accuracy than swapping OCR engines.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 returned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Repaired 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6916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grammar knew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76856"/>
            <a:ext cx="10908792" cy="18288"/>
          </a:xfrm>
          <a:prstGeom prst="rect">
            <a:avLst/>
          </a:prstGeom>
          <a:solidFill>
            <a:srgbClr val="D5DE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134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KA0LAB12E4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3134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KA01AB1234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31343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must be digits; number must be digits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10908792" cy="18288"/>
          </a:xfrm>
          <a:prstGeom prst="rect">
            <a:avLst/>
          </a:prstGeom>
          <a:solidFill>
            <a:srgbClr val="D5DE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352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MH12OE1A33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9352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MH12OE1433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93522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7 must be a digit — A is a 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10908792" cy="18288"/>
          </a:xfrm>
          <a:prstGeom prst="rect">
            <a:avLst/>
          </a:prstGeom>
          <a:solidFill>
            <a:srgbClr val="D5DE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570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TN09BX22S5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5570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TN09BX2255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5570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in a digit block is a 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142232"/>
            <a:ext cx="10908792" cy="18288"/>
          </a:xfrm>
          <a:prstGeom prst="rect">
            <a:avLst/>
          </a:prstGeom>
          <a:solidFill>
            <a:srgbClr val="D5DE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178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ZZZZZZZZZZ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4178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(refused)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1788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 is not a real state code — we do not invent plates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773168"/>
            <a:ext cx="10908792" cy="18288"/>
          </a:xfrm>
          <a:prstGeom prst="rect">
            <a:avLst/>
          </a:prstGeom>
          <a:solidFill>
            <a:srgbClr val="D5DEE5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102352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FBF0DC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526694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repair towards plates that could actually exist. Without that rule, the repair turns noise into a structurally valid plate with an invented state code — confident nonsense, which is the exact failure this project exists to avoid.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demo shows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end to end, on one laptop.</a:t>
            </a:r>
            <a:endParaRPr lang="en-US" sz="1500" dirty="0"/>
          </a:p>
        </p:txBody>
      </p:sp>
      <p:pic>
        <p:nvPicPr>
          <p:cNvPr id="4" name="Image 0" descr="journey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410712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720" y="169164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61772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93208" y="165506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093208" y="20391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cameras processing at once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17720" y="278892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177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093208" y="275234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093208" y="31363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plate, watch the journey animate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617720" y="388620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1772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38496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093208" y="42336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we would not assert, and why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617720" y="498348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1772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093208" y="49469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093208" y="53309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from travel time, not counts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617720" y="5806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footage standing in for live CCTV. The architecture does not change when the source becomes RTSP.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Regenerated by a script from the system’s own output. No figure is typed by hand.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87168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95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reads behind each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plate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38144" y="1783080"/>
            <a:ext cx="2487168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66744" y="2011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666744" y="28895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tests, all passing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1783080"/>
            <a:ext cx="2487168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2011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8895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journey confidence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weakest hop)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34272" y="1783080"/>
            <a:ext cx="2487168" cy="2011680"/>
          </a:xfrm>
          <a:prstGeom prst="roundRect">
            <a:avLst>
              <a:gd name="adj" fmla="val 2727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62872" y="2011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8895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alert rules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29768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precision and recall: pending our ground-truth dataset.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7548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need one row per vehicle pass, recorded while filming. The report script prints “not yet measured” rather than estimating — and we would rather say that than quote a number we cannot defend.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city does with a journey it could not previously see.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5740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208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Congestion, measured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from real travel times, not vehicle counts. Four vehicles crawling is congestion; forty moving freely is not.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205740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208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of interest traced across the network in seconds, with the confidence of every hop shown.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20624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696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planning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7091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Origin–destination patterns over the whole network — the input to signal timing and road investment.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4206240"/>
            <a:ext cx="329184" cy="329184"/>
          </a:xfrm>
          <a:prstGeom prst="ellipse">
            <a:avLst/>
          </a:prstGeom>
          <a:solidFill>
            <a:srgbClr val="C879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1696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accountability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7091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gaps: a camera the vehicle certainly passed that recorded nothing. A fault report the city can act 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scaling claim requires a rewrite, it is not a scaling claim.</a:t>
            </a:r>
            <a:endParaRPr lang="en-US" sz="1500" dirty="0"/>
          </a:p>
        </p:txBody>
      </p:sp>
      <p:pic>
        <p:nvPicPr>
          <p:cNvPr id="4" name="Image 0" descr="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11018520" cy="4279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779008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BF0DC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workers already publish to a bus and never touch the database. That boundary is where the network goes — so the migration is a second implementation, not a redesign.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demonstrable today, on hardware we already own.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BF0DC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7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291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94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model, library, map tile and dataset is free and open. No API keys, no accounts, no cards. The whole system runs offline on one laptop.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166360" cy="4023360"/>
          </a:xfrm>
          <a:prstGeom prst="roundRect">
            <a:avLst>
              <a:gd name="adj" fmla="val 1364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395728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laptop, three cameras in parallel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ByteTrack + ONNX ANPR, all CPU-capable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FastAPI, React — nothing exotic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start; a preflight check that catches the twenty things that break demos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before anyone has to ask.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0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readability depends entirely on camera placement and resolution. A plate needs roughly 80 px of width to be read reliably.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963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963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0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small dataset we collected ourselves, not at city scale.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95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20954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0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has no auto-rickshaw class. India’s most common three-wheeler is currently absorbed into car or truck. Fixing it means fine-tuning.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227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9227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0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re-identification degrades badly at night; we therefore never assert an identity without a plate.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36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46360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0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confidence is calibrated on our data and would need re-calibration per deployment.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49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5349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0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deployment carries privacy, consent and data-retention obligations this prototype does not address.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order we would actually build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01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87452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detection on Indian vehicles, including auto-rickshaws. Learned re-ID embeddings so plate-less vehicles can be linked.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3649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3375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RTSP ingest, edge inference beside the camera, Kafka in place of the local bus — all second implementations of interfaces that already exist.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8280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48006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Signal-timing recommendations from measured origin–destination flow. Predictive congestion. Integration with city incident-response systems.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this list requires the architecture to change.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see moments.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87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NETRA sees journeys.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 ·  Problem Statement 127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NETRA — SIH PS 127</dc:title>
  <dc:subject>PptxGenJS Presentation</dc:subject>
  <dc:creator>NETRA team</dc:creator>
  <cp:lastModifiedBy>NETRA team</cp:lastModifiedBy>
  <cp:revision>1</cp:revision>
  <dcterms:created xsi:type="dcterms:W3CDTF">2026-09-05T13:34:12Z</dcterms:created>
  <dcterms:modified xsi:type="dcterms:W3CDTF">2026-09-05T13:34:12Z</dcterms:modified>
</cp:coreProperties>
</file>